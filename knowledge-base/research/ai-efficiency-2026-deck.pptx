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51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2536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 More Efficient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smartest new techniques across AI platforms and developer platforms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 ·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comes from four layers that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multiplies the others — you don't have to pick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E6F4F4"/>
          </a:solidFill>
          <a:ln/>
          <a:effectLst>
            <a:outerShdw sx="100000" sy="100000" kx="0" ky="0" algn="bl" rotWithShape="0" blurRad="76200" dist="25400" dir="5400000">
              <a:srgbClr val="9AB8B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batching, routing, effort control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API bills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E6F4F4"/>
          </a:solidFill>
          <a:ln/>
          <a:effectLst>
            <a:outerShdw sx="100000" sy="100000" kx="0" ky="0" algn="bl" rotWithShape="0" blurRad="76200" dist="25400" dir="5400000">
              <a:srgbClr val="9AB8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21442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context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subagents, lean tool loading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burned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E6F4F4"/>
          </a:solidFill>
          <a:ln/>
          <a:effectLst>
            <a:outerShdw sx="100000" sy="100000" kx="0" ky="0" algn="bl" rotWithShape="0" blurRad="76200" dist="25400" dir="5400000">
              <a:srgbClr val="9AB8BC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652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28" y="21442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models, MoE, distillation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34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tasks fit small models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52560" y="169164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E6F4F4"/>
          </a:solidFill>
          <a:ln/>
          <a:effectLst>
            <a:outerShdw sx="100000" sy="100000" kx="0" ky="0" algn="bl" rotWithShape="0" blurRad="76200" dist="25400" dir="5400000">
              <a:srgbClr val="9AB8BC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214426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8116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stack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281160" y="3246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speculative decoding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928116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1.5–4x</a:t>
            </a:r>
            <a:endParaRPr lang="en-US" sz="3400" dirty="0"/>
          </a:p>
        </p:txBody>
      </p:sp>
      <p:sp>
        <p:nvSpPr>
          <p:cNvPr id="31" name="Text 25"/>
          <p:cNvSpPr txBox="1"/>
          <p:nvPr/>
        </p:nvSpPr>
        <p:spPr>
          <a:xfrm>
            <a:off x="928116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per technique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together, teams routinely cut AI costs 60–80% without losing quality.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 the platform features — the easiest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E6F4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519001"/>
            <a:ext cx="272125" cy="272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53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20700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context is billed at ~10% of the normal price. Put stable content (instructions, docs) first so the cache hits. Automatic on OpenAI &amp; Gemini; one flag on Anthropic.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rgbClr val="E6F4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26009"/>
            <a:ext cx="272125" cy="272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560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241401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can wait a few hours — reports, evals, data enrichment — gets a flat 50% discount on OpenAI and Anthropic.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785616"/>
            <a:ext cx="566928" cy="566928"/>
          </a:xfrm>
          <a:prstGeom prst="ellipse">
            <a:avLst/>
          </a:prstGeom>
          <a:solidFill>
            <a:srgbClr val="E6F4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933017"/>
            <a:ext cx="272125" cy="27212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767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3621024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easy tasks to cheap fast models; save the expensive frontier model for genuinely hard reasoning. Now standard in production apps.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992624"/>
            <a:ext cx="566928" cy="566928"/>
          </a:xfrm>
          <a:prstGeom prst="ellipse">
            <a:avLst/>
          </a:prstGeom>
          <a:solidFill>
            <a:srgbClr val="E6F4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140025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9743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/ reasoning control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206240" y="482803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2026: dials (Anthropic Effort, adaptive reasoning) that make the model think deeply only when the task needs it — you stop paying for overthinking.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509760" y="1463040"/>
            <a:ext cx="2103120" cy="4480560"/>
          </a:xfrm>
          <a:prstGeom prst="roundRect">
            <a:avLst>
              <a:gd name="adj" fmla="val 5217"/>
            </a:avLst>
          </a:prstGeom>
          <a:solidFill>
            <a:srgbClr val="0B3C49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950976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200" dirty="0"/>
          </a:p>
        </p:txBody>
      </p:sp>
      <p:sp>
        <p:nvSpPr>
          <p:cNvPr id="21" name="Text 15"/>
          <p:cNvSpPr txBox="1"/>
          <p:nvPr/>
        </p:nvSpPr>
        <p:spPr>
          <a:xfrm>
            <a:off x="969264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cached input tokens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509760" y="4023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000" dirty="0"/>
          </a:p>
        </p:txBody>
      </p:sp>
      <p:sp>
        <p:nvSpPr>
          <p:cNvPr id="23" name="Text 17"/>
          <p:cNvSpPr txBox="1"/>
          <p:nvPr/>
        </p:nvSpPr>
        <p:spPr>
          <a:xfrm>
            <a:off x="9692640" y="4800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batched jobs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 engineering — feed agents less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discipline of 2026: an agent's context window is a budget, not a dumping ground.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7510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122505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01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the history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6712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old conversation turns while keeping decisions and constraints. A real support pipeline dropped from 208K to 86K tokens (−59%).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30098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344838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127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messy work in subagents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49300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burns tens of thousands of tokens exploring, then returns a 1–2K-token summary. The main agent stays clean and cheap.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7680960" cy="1143000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62686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77426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453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the tools you need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8188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paying for hundreds of tool definitions every turn, search and load only the relevant ones per task.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59536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-59%</a:t>
            </a:r>
            <a:endParaRPr lang="en-US" sz="54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2880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a documented agent pipeline after compaction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39776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3794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over-aggressive summarizing loses detail and causes re-work. Compression has to earn its place.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framing: write · select · compress · isolate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Right-size the model — small is the new smart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6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tasks run better on models under 10B parameters — faster, cheaper, more reliable (NVIDIA research).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0B3C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68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 → 4B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models activate only a fraction of their weights per request — big-model capability at small-model cost (e.g. Gemma 4: 26B total, 4B active).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6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468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→ student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teach compact ones their reasoning patterns. Now standard practice for building fast, cheap task specialists.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the smallest model that passes your quality bar — escalate only when it fails.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If you host models: the serving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running their own inference (vLLM, SGLang, TensorRT-LLM) — each technique is worth 1.5–4x on the same hardware.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6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2402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weights in 4-bit instead of 16-bit: quarter the memory, up to 4x faster reads, near-identical quality (AWQ, GPTQ, FP8).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6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1.5–3x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402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draft model guesses tokens; the big model just verifies them in parallel. Same output, much faster.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6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/ KV caching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114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sharing a common prompt prefix skip recomputing it (SGLang RadixAttention, vLLM prefix caching).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E6F4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79476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2x+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prefill &amp; decode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114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prompt and generating tokens stress hardware differently — running them on separate worker pools scales each independently (2.7x decode throughput published on GB200).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77900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389120" y="574243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Stacked, these cut inference energy by up to 73%.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3840480" cy="38404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Monday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447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content first in every prompt so caching kicks in — instant ~90% off repeated context.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24505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non-urgent jobs (reports, evals, enrichment) to the batch API — flat 50% off.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334670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236976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difficulty: cheap model by default, frontier model only when it fails your evals.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3308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effort / reasoning dial per task instead of paying for maximum thinking everywhere.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51389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292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agents: compact history, isolate exploration in subagents, and load only the tools each task needs.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note: knowledge-base/research/ai-efficiency-techniques-2026.md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2026-08-28T15:37:55Z</dcterms:created>
  <dcterms:modified xsi:type="dcterms:W3CDTF">2026-08-28T15:37:55Z</dcterms:modified>
</cp:coreProperties>
</file>